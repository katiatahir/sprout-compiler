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Sprout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3C9"/>
                </a:solidFill>
              </a:rPr>
              <a:t>A tiny garden-themed programming language and compiler, written in Python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F9F"/>
                </a:solidFill>
              </a:rPr>
              <a:t>Compiler Construction – Project Proposal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 &amp;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E5A"/>
                </a:solidFill>
              </a:rPr>
              <a:t>Purpose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3B2D"/>
                </a:solidFill>
              </a:rPr>
              <a:t>Sprout is a beginner-friendly language where programs read like tending a garden: plant variables, grow loops, say results. It is small enough to compile end to end and teach every compiler phase.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E5A"/>
                </a:solidFill>
              </a:rPr>
              <a:t>In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and bool types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and/or/not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with block scope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and grow (while) loops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(output)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via a TAC interpreter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533F"/>
                </a:solidFill>
              </a:rPr>
              <a:t>Out of 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6118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B2D"/>
                </a:solidFill>
              </a:rPr>
              <a:t>Functions, strings, arrays, optimization, machine code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programs look like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06240" cy="3291840"/>
          </a:xfrm>
          <a:prstGeom prst="rect">
            <a:avLst/>
          </a:prstGeom>
          <a:solidFill>
            <a:srgbClr val="1F3B2D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factorial of 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 n: int = 5;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 f: int = 1;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 n &gt; 1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 = f * n;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n - 1;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 f;      # prints 120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1188720"/>
            <a:ext cx="3657600" cy="3291840"/>
          </a:xfrm>
          <a:prstGeom prst="rect">
            <a:avLst/>
          </a:prstGeom>
          <a:solidFill>
            <a:srgbClr val="1F3B2D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&gt; 1  becomes: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t1 = n &gt;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IFFALSE t1 L2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t2 = f *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 = t2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t3 = n - 1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t3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GOTO L1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Grammar (EBNF)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1F3B2D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::= stmt*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stmt    ::= "plant" ID ":" type "=" expr ";"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ID "=" expr ";"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"say" expr ";"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"if" expr block [ "else" block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| "grow" expr 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  ::= "{" stmt* "}"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  ::= "int" | "bool"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    ::= or ;  or ::= and ("or" and)* ;  and ::= eq ("and" eq)*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      ::= rel (("=="|"!=") rel)*   rel ::= add (("&lt;"|"&gt;"|"&lt;="|"&gt;=") add)*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   ::= mul (("+"|"-") mul)*     mul ::= unary (("*"|"/"|"%") unary)*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unary   ::= ("not"|"-") unary | primary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::= NUM | "true" | "false" | ID | "(" expr ")"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is built: 4 phases, 1 Python file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</a:rPr>
              <a:t>1  Lexer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B2D"/>
                </a:solidFill>
              </a:rPr>
              <a:t>Regex token spec, line/col errors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</a:rPr>
              <a:t>2  Parser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659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B2D"/>
                </a:solidFill>
              </a:rPr>
              <a:t>Recursive descent, clear syntax errors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</a:rPr>
              <a:t>3  Semantics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659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B2D"/>
                </a:solidFill>
              </a:rPr>
              <a:t>Scoped symbol table, type checks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280160"/>
            <a:ext cx="1874520" cy="21945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417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E5A"/>
                </a:solidFill>
              </a:rPr>
              <a:t>4  TAC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659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3B2D"/>
                </a:solidFill>
              </a:rPr>
              <a:t>Three-address code + small runner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0"/>
                </a:solidFill>
              </a:rPr>
              <a:t>Errors stop compilation with a readable message, e.g. "Semantic error line 1: cannot store bool in 'x' (declared int)"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lexer + token tests, finalize grammar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parser + syntax error messages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symbol table, type checker, semantic errors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TAC generation, TAC runner, demo programs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README, tests, polish for GitHub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2026-10-20T09:56:03Z</dcterms:created>
  <dcterms:modified xsi:type="dcterms:W3CDTF">2026-10-20T09:56:03Z</dcterms:modified>
</cp:coreProperties>
</file>